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Off-Boarding Assistance Agent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</a:rPr>
              <a:t>Automating HCL Employee Transitions with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Built with Microsoft 365 Copilot Agent Builder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Manual Processes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Employees repeatedly ask managers for offboarding checklists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Security Risks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Data sanitization steps often missed during transitions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Time Waste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Managers spend hours on repetitive administrative guidance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</a:rPr>
              <a:t>AI-Powered Off-Boarding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</a:rPr>
              <a:t>24/7 Self-Service Guidance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</a:rPr>
              <a:t>Step-by-Step Compliance Checklist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</a:rPr>
              <a:t>Laptop Sanitization Instructions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</a:rPr>
              <a:t>Asset Return Tracking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</a:rPr>
              <a:t>Zero Management Overhead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Impact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</a:rPr>
              <a:t>100%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Compliance Accuracy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F5F5"/>
                </a:solidFill>
              </a:rPr>
              <a:t>Reduces Manager Time by 80%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Employee Initiates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Opens Copilot Agent in Microsoft Teams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Agent Guides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Sequential checklist with clear instructions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Data Sanitization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Step-by-step laptop reimaging process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Asset Return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Tracks laptop, charger, RSA token surrender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Completion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Automated confirmation to HR &amp; 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Key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Sequential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Cannot skip steps until current task is verified complete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7492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Security First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Client-specific data sanitization protocols built-in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Smart Routing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Different processes for exit vs. project transition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20040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7492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Email Draft Assist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Auto-generates emails for IT and HR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Technical Implementation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Microsoft 365 Copilot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Copilot Agent Builder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Microsoft Teams Integration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Logic &amp; Rules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Natural Language 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Sequential Task Validation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Conditional Routing Logic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920240"/>
            <a:ext cx="33832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User Interface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377440"/>
            <a:ext cx="33832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Copilot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33832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Knowledge 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3291840"/>
            <a:ext cx="33832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USP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749040"/>
            <a:ext cx="33832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Email System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Business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Reduction in Manager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74320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100%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290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Compliance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74320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Key Benefits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Eliminates repetitive manager queries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Ensures data security compliance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Standardizes offboarding process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Improves employee experience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5029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</a:rPr>
              <a:t>Reduces HR/IT coordination overhead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Transforming Enterprise Operations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</a:rPr>
              <a:t>Through AI-Powered Automation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3017520"/>
            <a:ext cx="54864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Security  •  Compliance  •  Efficiency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Built with Microsoft 365 Copilot Agent Builder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Off-Boarding Assistance Agent</dc:title>
  <dc:subject>PptxGenJS Presentation</dc:subject>
  <dc:creator>Hamza</dc:creator>
  <cp:lastModifiedBy>Hamza</cp:lastModifiedBy>
  <cp:revision>1</cp:revision>
  <dcterms:created xsi:type="dcterms:W3CDTF">2026-03-28T16:27:06Z</dcterms:created>
  <dcterms:modified xsi:type="dcterms:W3CDTF">2026-03-28T16:27:06Z</dcterms:modified>
</cp:coreProperties>
</file>